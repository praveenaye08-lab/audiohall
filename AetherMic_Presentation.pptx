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416" y="-6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51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2126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STUDIO AUDIO TR-100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AETHERMIC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Ultra-Low-Latency Local Wi-Fi Walkie-Talkie for Lecture Halls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high-performance, browser-based push-to-talk audio system operating 100% over campus local Wi-Fi. Students scan an on-screen QR code to turn their smartphones into wireless broadcast microphones connected directly to the room speakers—with zero external internet dependency.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 INTERNET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 LAN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7947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886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CONCURRENCY MUTEX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8892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Single-Speaker Lock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7947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886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LATENCY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100ms Glass-to-Ear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29400" y="37947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886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SECURITY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2084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Local SSL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594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3-Tier Topology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23317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 TRANSMITTER (MOBILE)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Audio Client (/student)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33172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  <a:buSzPct val="100000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 circular PTT button with physical depression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Momentary (Hold) vs Latched (Tap) trigger modes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24-segment discrete LED VU meter (-30 to +3 dB)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haptic feedback &amp; radio key/roger sound effects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3552" y="132588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463040"/>
            <a:ext cx="23317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02. MUTEX ENGINE (CORE)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10712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Node.js HTTPS Server (server.js)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10712" y="233172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  <a:buSzPct val="100000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60-second safety watchdog &amp; abrupt disconnect cleanup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self-signed SSL generator for mobile HTTPS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unidirectional binary audio relay to host only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physical network IP auto-detection &amp; QR generation
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98464" y="132588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1463040"/>
            <a:ext cx="23317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463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03. RECEIVER (CONSOLE)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35624" y="1874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Host Console (/host)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35624" y="2331720"/>
            <a:ext cx="2331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400"/>
              </a:lnSpc>
              <a:buSzPct val="100000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student callsign in large bold typography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oscilloscope trace &amp; 30-bar VU peak meter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Classroom master gain booster (0%-200%) &amp; mute
</a:t>
            </a:r>
            <a:endParaRPr lang="en-US" sz="9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transmission audit log with timestamps &amp; durations
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&amp;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594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Engineering Tools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18821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TOOLS / TECHNOLOGIES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ROLE IN AETHERMIC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EDF3"/>
                          </a:solidFill>
                        </a:rPr>
                        <a:t>Backend Runtime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Node.js, Express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Lightweight, event-driven HTTP/HTTPS local application server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EDF3"/>
                          </a:solidFill>
                        </a:rPr>
                        <a:t>Real-Time Protocol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Socket.io (WebSockets)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Sub-millisecond binary packet relay and state synchronization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EDF3"/>
                          </a:solidFill>
                        </a:rPr>
                        <a:t>Audio Engine (DSP)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Web Audio API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Microphone capture, 16kHz downsampling, and jitter-free timeline playback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EDF3"/>
                          </a:solidFill>
                        </a:rPr>
                        <a:t>Security &amp; TLS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selfsigned (X.509 PKI)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Dynamic local SSL generation to satisfy mobile getUserMedia HTTPS rules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EDF3"/>
                          </a:solidFill>
                        </a:rPr>
                        <a:t>QR Code Generator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qrcode (Buffer / Data URL)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Generates high-contrast projector QR code for instant mobile phone join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EDF3"/>
                          </a:solidFill>
                        </a:rPr>
                        <a:t>Frontend Core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HTML5, CSS3, Vanilla JS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Zero heavy UI frameworks (&lt;50KB footprint) for instant mobile loading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EDF3"/>
                          </a:solidFill>
                        </a:rPr>
                        <a:t>Haptics &amp; Audio FX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6EDF3"/>
                          </a:solidFill>
                        </a:rPr>
                        <a:t>Vibration API, Oscillators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B949E"/>
                          </a:solidFill>
                        </a:rPr>
                        <a:t>Native vibration feedback, walkie-talkie key chirps, and roger beeps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 FLOW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594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Operational Lifecycle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QR &amp; Connect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joins classroom Wi-Fi and scans projector QR code to access https://&lt;LOCAL_IP&gt;:3000/student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73552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0712" y="14630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4630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5072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Onboarding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10712" y="1874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Pre-transmission modal requires Name &amp; Roll/Seat No before unlocking mic access. Persisted in localStorage.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98464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35624" y="146304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4630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29984" y="14630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PTT Mutex Request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35624" y="1874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presses tactile button. Server evaluates lock: grants exclusively or returns line busy tone.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1546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1546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80160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Audio Streaming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downsampled to 16kHz 16-bit mono linear PCM and relayed as binary WebSocket chunks.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73552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10712" y="31546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1546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05072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Jitter-Free Playback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0712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AudioContext schedules chunks seamlessly on timeline. Host visualizer displays waveform &amp; 30-bar VU.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98464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5624" y="3154680"/>
            <a:ext cx="502920" cy="320040"/>
          </a:xfrm>
          <a:prstGeom prst="roundRect">
            <a:avLst>
              <a:gd name="adj" fmla="val 14286"/>
            </a:avLst>
          </a:prstGeom>
          <a:solidFill>
            <a:srgbClr val="21262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31546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9984" y="3154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&amp; Audit Log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35624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releases switch ➔ Roger beep plays ➔ Mutex released ➔ Transmission logged with exact timestamp.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INNOVATIONS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594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Innovations &amp; Problem-Solving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73152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Local SSL Generator (X.509)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6EDF3"/>
                </a:solidFill>
              </a:rPr>
              <a:t>CHALLENGE: </a:t>
            </a:r>
            <a:r>
              <a:rPr lang="en-US" sz="900" dirty="0">
                <a:solidFill>
                  <a:srgbClr val="8B949E"/>
                </a:solidFill>
              </a:rPr>
              <a:t>Mobile browsers (iOS Safari &amp; Chrome) strictly forbid getUserMedia microphone capture over plain HTTP unless on localhost.  </a:t>
            </a:r>
            <a:r>
              <a:rPr lang="en-US" sz="900" b="1" dirty="0">
                <a:solidFill>
                  <a:srgbClr val="E6EDF3"/>
                </a:solidFill>
              </a:rPr>
              <a:t>SOLUTION: </a:t>
            </a:r>
            <a:r>
              <a:rPr lang="en-US" sz="900" dirty="0">
                <a:solidFill>
                  <a:srgbClr val="8B949E"/>
                </a:solidFill>
              </a:rPr>
              <a:t>AetherMic automatically detects the physical network adapter and synthesizes in-memory X.509 certificates with Subject Alternative Names (SAN) matching the host machine local IP.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68880"/>
            <a:ext cx="73152" cy="10515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60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Single-Speaker Mutex &amp; Watchdog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6EDF3"/>
                </a:solidFill>
              </a:rPr>
              <a:t>CHALLENGE: </a:t>
            </a:r>
            <a:r>
              <a:rPr lang="en-US" sz="900" dirty="0">
                <a:solidFill>
                  <a:srgbClr val="8B949E"/>
                </a:solidFill>
              </a:rPr>
              <a:t>Multiple students transmitting simultaneously causes catastrophic acoustic chaos, echo, and packet collision.  </a:t>
            </a:r>
            <a:r>
              <a:rPr lang="en-US" sz="900" b="1" dirty="0">
                <a:solidFill>
                  <a:srgbClr val="E6EDF3"/>
                </a:solidFill>
              </a:rPr>
              <a:t>SOLUTION: </a:t>
            </a:r>
            <a:r>
              <a:rPr lang="en-US" sz="900" dirty="0">
                <a:solidFill>
                  <a:srgbClr val="8B949E"/>
                </a:solidFill>
              </a:rPr>
              <a:t>Atomic server-side Mutex grants exclusive line access to one speaker. A 60-second safety watchdog and abrupt socket disconnect hook immediately release the lock if a student drops Wi-Fi.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61188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03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Downsampled 16kHz PCM Binary 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E6EDF3"/>
                </a:solidFill>
              </a:rPr>
              <a:t>CHALLENGE: </a:t>
            </a:r>
            <a:r>
              <a:rPr lang="en-US" sz="900" dirty="0">
                <a:solidFill>
                  <a:srgbClr val="8B949E"/>
                </a:solidFill>
              </a:rPr>
              <a:t>Full WebRTC mesh involves heavy ICE/STUN/TURN signaling, while 48kHz stereo consumes excessive local Wi-Fi bandwidth.  </a:t>
            </a:r>
            <a:r>
              <a:rPr lang="en-US" sz="900" b="1" dirty="0">
                <a:solidFill>
                  <a:srgbClr val="E6EDF3"/>
                </a:solidFill>
              </a:rPr>
              <a:t>SOLUTION: </a:t>
            </a:r>
            <a:r>
              <a:rPr lang="en-US" sz="900" dirty="0">
                <a:solidFill>
                  <a:srgbClr val="8B949E"/>
                </a:solidFill>
              </a:rPr>
              <a:t>Raw Float32 audio is downsampled client-side to 16kHz mono 16-bit linear PCM and pushed over binary WebSockets (~32 KB/s), achieving sub-100ms latency with zero audio drift.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BENEFITS &amp; ADVANTAGES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594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Advantages &amp; Unique Selling Points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Hardware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Leverages smartphones students already own and classroom speakers already on the podium.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73552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0712" y="15087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730752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Internet Dependency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0712" y="1874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100% offline over local Wi-Fi. Unaffected by campus internet drops or slow bandwidth.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98464" y="1325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35624" y="15087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463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Experience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35624" y="187452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mobile app installation, no App Store downloads, and no user registration required.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004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Speaker Accountability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dashboard logs student names and seat numbers alongside exact speech duration.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73552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10712" y="32004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Acoustic Feedback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0712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streams strictly to the podium speakers; audio is never fed back to mobile handsets.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98464" y="301752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32004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455664" y="3154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Tactile Industrial UX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35624" y="3566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Hardware-grade interface with mechanical depression, 24-segment LED meter, and native haptics.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F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9144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8404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" y="594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 &amp; Future Development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886200" cy="3429000"/>
          </a:xfrm>
          <a:prstGeom prst="roundRect">
            <a:avLst>
              <a:gd name="adj" fmla="val 2133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08760"/>
            <a:ext cx="3520440" cy="365760"/>
          </a:xfrm>
          <a:prstGeom prst="roundRect">
            <a:avLst>
              <a:gd name="adj" fmla="val 12500"/>
            </a:avLst>
          </a:prstGeom>
          <a:solidFill>
            <a:srgbClr val="281416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LIMITATIONS (DISADVANTAGES)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</a:rPr>
              <a:t>Self-Signed SSL Prompt: </a:t>
            </a:r>
            <a:r>
              <a:rPr lang="en-US" sz="900" dirty="0">
                <a:solidFill>
                  <a:srgbClr val="8B949E"/>
                </a:solidFill>
              </a:rPr>
              <a:t>Because SSL certs are generated locally, mobile users must tap "Show Details &gt; Visit Website" on first launch.
</a:t>
            </a:r>
            <a:r>
              <a:rPr lang="en-US" sz="950" b="1" dirty="0">
                <a:solidFill>
                  <a:srgbClr val="E6EDF3"/>
                </a:solidFill>
              </a:rPr>
              <a:t>Same Wi-Fi Subnet Required: </a:t>
            </a:r>
            <a:r>
              <a:rPr lang="en-US" sz="900" dirty="0">
                <a:solidFill>
                  <a:srgbClr val="8B949E"/>
                </a:solidFill>
              </a:rPr>
              <a:t>Devices must share the same physical router or VLAN; client isolation (AP isolation) must be turned off.
</a:t>
            </a:r>
            <a:r>
              <a:rPr lang="en-US" sz="950" b="1" dirty="0">
                <a:solidFill>
                  <a:srgbClr val="E6EDF3"/>
                </a:solidFill>
              </a:rPr>
              <a:t>Uncompressed PCM Bandwidth: </a:t>
            </a:r>
            <a:r>
              <a:rPr lang="en-US" sz="900" dirty="0">
                <a:solidFill>
                  <a:srgbClr val="8B949E"/>
                </a:solidFill>
              </a:rPr>
              <a:t>16kHz linear PCM uses ~256 kbps. While light for 1 speaker, compressed codecs are more efficient for large halls.
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3886200" cy="3429000"/>
          </a:xfrm>
          <a:prstGeom prst="roundRect">
            <a:avLst>
              <a:gd name="adj" fmla="val 2133"/>
            </a:avLst>
          </a:prstGeom>
          <a:solidFill>
            <a:srgbClr val="16191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508760"/>
            <a:ext cx="3520440" cy="365760"/>
          </a:xfrm>
          <a:prstGeom prst="roundRect">
            <a:avLst>
              <a:gd name="adj" fmla="val 12500"/>
            </a:avLst>
          </a:prstGeom>
          <a:solidFill>
            <a:srgbClr val="14221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087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ENGINEERING ROADMAP (NEXT STEPS)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520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EDF3"/>
                </a:solidFill>
              </a:rPr>
              <a:t>Opus WebAssembly Codec: </a:t>
            </a:r>
            <a:r>
              <a:rPr lang="en-US" sz="900" dirty="0">
                <a:solidFill>
                  <a:srgbClr val="8B949E"/>
                </a:solidFill>
              </a:rPr>
              <a:t>Integrate client-side Opus compression to reduce network bandwidth by 75% for 500+ student auditoriums.
</a:t>
            </a:r>
            <a:r>
              <a:rPr lang="en-US" sz="950" b="1" dirty="0">
                <a:solidFill>
                  <a:srgbClr val="E6EDF3"/>
                </a:solidFill>
              </a:rPr>
              <a:t>Live AI Subtitles / Captions: </a:t>
            </a:r>
            <a:r>
              <a:rPr lang="en-US" sz="900" dirty="0">
                <a:solidFill>
                  <a:srgbClr val="8B949E"/>
                </a:solidFill>
              </a:rPr>
              <a:t>Incorporate real-time speech-to-text (Whisper.cpp) displaying the student question on the main screen.
</a:t>
            </a:r>
            <a:r>
              <a:rPr lang="en-US" sz="950" b="1" dirty="0">
                <a:solidFill>
                  <a:srgbClr val="E6EDF3"/>
                </a:solidFill>
              </a:rPr>
              <a:t>Orderly Speaker Queueing: </a:t>
            </a:r>
            <a:r>
              <a:rPr lang="en-US" sz="900" dirty="0">
                <a:solidFill>
                  <a:srgbClr val="8B949E"/>
                </a:solidFill>
              </a:rPr>
              <a:t>Allow students to enter a virtual waiting line when channel is busy rather than repeatedly tapping.
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997</Words>
  <Application>Microsoft Office PowerPoint</Application>
  <PresentationFormat>On-screen Show (16:9)</PresentationFormat>
  <Paragraphs>116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AetherMic - Local Wi-Fi Walkie-Talkie for Lecture Halls</dc:title>
  <dc:subject>Real-Time Audio Networking &amp; EdTech</dc:subject>
  <dc:creator>AetherMic Project Team</dc:creator>
  <cp:lastModifiedBy>priya dharshini</cp:lastModifiedBy>
  <cp:revision>2</cp:revision>
  <dcterms:created xsi:type="dcterms:W3CDTF">2026-09-21T06:50:26Z</dcterms:created>
  <dcterms:modified xsi:type="dcterms:W3CDTF">2026-09-21T07:03:44Z</dcterms:modified>
</cp:coreProperties>
</file>